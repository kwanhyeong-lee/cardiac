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Derivation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Port-Hamiltonian PINN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Classical Mechanics to Cardiac Digital Twin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Kwanhyeong Lee  |  Lab Meeting  |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Lagrangian Mechanics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0058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principle, Euler-Lagrange equation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642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Hamiltonian Mechanics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6642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Legendre transform, canonical equations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804672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22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3225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Port-Hamiltonian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32257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systems with dissipation and input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80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9809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System Mapping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298094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Physiological variables → phase space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39312"/>
            <a:ext cx="804672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6393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6393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structure guarantees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297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 Design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0" y="4297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Multi-objective training with physics constraints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Lagrangian Mechanics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Lagrangian:  L(q, q̇) = T(q̇) − V(q)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T(q̇) = Kinetic energy (function of generalized velocities)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V(q) = Potential energy (function of generalized coordinates)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Hamilton’s Principle:  δS = δ ∫ L dt = 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Euler-Lagrange:  d/dt (∂L/∂q̇ᵢ) − ∂L/∂qᵢ =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interpretation: q = chamber volumes, q̇ = flow rates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Hamiltonian Mechanics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74904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Legendre Transform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Conjugate momentum: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pᵢ = ∂L/∂q̇ᵢ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Hamiltonian: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H(q, p) = pᵢq̇ᵢ − L = T + 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93192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Hamilton’s Equations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dqᵢ/dt = +∂H/∂pᵢ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dpᵢ/dt = −∂H/∂qᵢ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804672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Property: dH/dt = 0  (energy conservation in closed system)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Hamiltonian is a constant of motion — total energy is conserved along trajectories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Real cardiac systems are NOT closed — they have dissipation and external inputs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Port-Hamiltonian Systems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ẋ = [J(x) − R(x)] ∂H/∂x + g(x)u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J(x):  Structure matrix (skew-symmetric, J = −Jᵀ)  →  conservative energy exchange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R(x):  Dissipation matrix (positive semi-definite, R ≥ 0)  →  energy loss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g(x)u:  External port (drug inputs, metabolic demand)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71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Balance:  dH/dt = −(∂H/∂x)ᵀ R(x) (∂H/∂x) + (∂H/∂x)ᵀ g(x)u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dH/dt ≤ supply rate  (passivity)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≥ 0 guarantees dissipation never creates energy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foundation of our pH-PINN: learn H, J, R from data while preserving structure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Cardiac System Mapping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Generalized Coordinates 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q₁ = V_LV  (LV volume)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q₂ = V_LA  (LA volume)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q₃ = V_art  (Arterial volume)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Conjugate Momenta 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p₁ = p_mv  (Mitral flow momentum)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p₂ = p_ao  (Aortic flow momentum)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Components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 Energy T(q, p):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 = Σ pᵢ² / (2mᵢ)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Blood flow inertia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Energy V(q):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 = Σ Eᵢ qᵢ² /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Chamber elastance (stiffness)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 H = T + 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Dissipation R: Viscous losses in valves, vascular resistance  |  Input u: Drug perturbations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Neural Network Structure Guarantees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T(q,p) ≥ 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3464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softplus activation on T_net output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 energy is non-negative by definition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V(q) ≥ 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6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softplus activation on V_net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048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energy non-negative (shifted reference)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T + V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Architectural: H computed as sum, not learned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3649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conservation by construction (MSE ≈ 10⁻¹⁵)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LLᵀ ≥ 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Cholesky decomposition with softplus diagonal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251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Dissipation matrix must be PSD (2nd law)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Multi-Objective Loss Function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L_recon + λ L_energy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0.5  (balances data fidelity with physics constraints)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84048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L_recon (Data Fidelity)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MSE(ŷ_clinical, y_clinical)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MSE(ŷ_energy, y_energy)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hemodynamic + 6 energy outputs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468880"/>
            <a:ext cx="384048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L_energy (Physics)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 − T − V)²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ReLU(−T)² + ReLU(−V)²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Conservation + non-negativity enforcement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Perturbation as Hamiltonian Shift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δH = δT + δV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δT = T_post − T_pre  (kinetic energy change → flow dynamics)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δV = V_post − V_pre  (potential energy change → chamber stiffness)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Classification by Energy Signature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T-dominant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BB, CCB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3108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δT &gt; δV: Primarily alter flow dynamics (rate, contractility)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V-dominant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ACEi, ARB, MRA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3749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δV &gt; δT: Primarily alter chamber compliance/afterload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89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T+V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ARNI, 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4389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kinetic and potential shifts (dual mechanism)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Interaction: Non-Additivity Quantification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Interaction(A,B) = Δ(A+B) − [Δ(A) + Δ(B) − Δ(neither)]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Δ(A+B):  Mean outcome when both drugs A and B are given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Δ(A), Δ(B):  Mean outcome with drug A or B alone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Δ(neither):  Baseline (no drug)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73152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Synergistic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34290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&lt; 0 for ΔH (or &gt; 0 for ΔEff): Combined effect exceeds sum of parts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39776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&gt; 0 for ΔH: Combined effect is less than expected sum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73152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45262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|Interaction| &lt; threshold: Drugs act independently (no interaction)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Derivation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1005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Lagrangian L = T − V  →  Euler-Lagrange equations of motion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Legendre transform  →  Hamiltonian H = T + V (total energy)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system extension  →  Port-Hamiltonian: ẋ = [J−R]∂H/∂x + gu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mapping: q = volumes, p = flow momenta, R = viscous dissipation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7490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network: softplus(T)≥0, softplus(V)≥0, H=T+V by construction, R=LLᵀ≥0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434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L_recon + 0.5×L_energy  →  data fidelity + physics structure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Derivation: Port-Hamiltonian PINN</dc:title>
  <dc:subject>PptxGenJS Presentation</dc:subject>
  <dc:creator>Kwanhyeong Lee</dc:creator>
  <cp:lastModifiedBy>Kwanhyeong Lee</cp:lastModifiedBy>
  <cp:revision>1</cp:revision>
  <dcterms:created xsi:type="dcterms:W3CDTF">2026-06-12T17:37:20Z</dcterms:created>
  <dcterms:modified xsi:type="dcterms:W3CDTF">2026-06-12T17:37:20Z</dcterms:modified>
</cp:coreProperties>
</file>