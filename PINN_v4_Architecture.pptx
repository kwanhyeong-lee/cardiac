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 v4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Network for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Diastolic Hemodynamic Estimation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8288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Kwanhyeong Lee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Nagueh Tautology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DF2F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v3c  —  Circular Dependency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(set)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E/e' = (EDP - 1.9) / 1.24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learned: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E/e' (input)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EDP = 1.24 * E/e' + 1.9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merely reproduced the Nagueh formula.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AUC = E/e' AUC  -&gt;  zero added value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6052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 —  Physics-Based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E/e' is EMERGENT from physiology: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e' = f(tau, Eed)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relaxation + stiffness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= g(delta_P, tau)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transmitral gradient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E/e' = E / e'  (not prescribed)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E/e' = 10 can mean: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tau=45, Eed=0.06 -&gt; EDP=10 (normal)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tau=55, Eed=0.04 -&gt; EDP=22 (HFrEF)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0D3B6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Inputs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463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EDV, ESV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SBP, DBP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HR, CO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E/e'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E/A, DT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LAVI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A4B8"/>
                </a:solidFill>
              </a:rPr>
              <a:t>&gt;&gt;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1760" y="100584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MLP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50876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Linear(11, 256)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 + BN + Drop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Linear(256, 128)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 + BN + Drop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Linear(128, 64)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SiLU + BN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Linear(64, 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A4B8"/>
                </a:solidFill>
              </a:rPr>
              <a:t>&gt;&gt;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0" y="1005840"/>
            <a:ext cx="1463040" cy="3108960"/>
          </a:xfrm>
          <a:prstGeom prst="roundRect">
            <a:avLst>
              <a:gd name="adj" fmla="val 6250"/>
            </a:avLst>
          </a:prstGeom>
          <a:solidFill>
            <a:srgbClr val="1A1A4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Latent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1508760"/>
            <a:ext cx="1188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Ees_delta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Ea_raw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gate_Ea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A4B8"/>
                </a:solidFill>
              </a:rPr>
              <a:t>&gt;&gt;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40880" y="1005840"/>
            <a:ext cx="1828800" cy="3108960"/>
          </a:xfrm>
          <a:prstGeom prst="roundRect">
            <a:avLst>
              <a:gd name="adj" fmla="val 5000"/>
            </a:avLst>
          </a:prstGeom>
          <a:solidFill>
            <a:srgbClr val="0D3B6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Decoder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1508760"/>
            <a:ext cx="1554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Eed (stiffness)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 (afterload)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Ea/Ees coupling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EDP (mmHg)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Efficiency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 (ms)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F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also feed decoder directly (bypass connection for physics equations)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Decoder: EDPVR Embedding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0F7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EDP  =  A  x  exp( Eed  x  (EDV - V0) 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exponential EDPVR  —  no Nagueh formula blending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[0.005, 0.50]  1/ml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371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611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stiffness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diastolic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4688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[-20, 30] 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3474720"/>
            <a:ext cx="1371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611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Unstressed volume.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ESPVR consistency.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[0.1, 5.0]  mmHg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474720"/>
            <a:ext cx="1371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611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EDPVR scaling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factor. Sets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pressure.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24688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45]  mmHg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78040" y="3474720"/>
            <a:ext cx="1371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6118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End-diastolic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pressure. Primary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output.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Diastolic Physiology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0F22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  (annular velocity)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e' = 13 * sqrt(tau_ref / tau)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exp(-8 * (Eed - 0.05))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A4B8"/>
                </a:solidFill>
              </a:rPr>
              <a:t>Relaxation (tau) + Stiffness (Eed)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(transmitral velocity)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delta_P = LAP - P_min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18 * sqrt(delta_P) * eff(tau)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A4B8"/>
                </a:solidFill>
              </a:rPr>
              <a:t>Bernoulli + pseudonormalization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1A1A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017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E/e' = E / e'    </a:t>
            </a:r>
            <a:pPr algn="ctr" indent="0" marL="0">
              <a:buNone/>
            </a:pPr>
            <a:r>
              <a:rPr lang="en-US" sz="1300" i="1" dirty="0">
                <a:solidFill>
                  <a:srgbClr val="8BA4B8"/>
                </a:solidFill>
              </a:rPr>
              <a:t>Emergent, not prescribed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E/e' = 10 maps to different EDP depending on tau, Eed, EDV.  PINN disambiguates using all 11 inputs.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Systolic &amp; Arterial Elastance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  —  Systolic Elastance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44444"/>
                </a:solidFill>
              </a:rPr>
              <a:t>Chen/Shishido approximation: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Chen_Ees = ESP / |ESV - 0.1*EDV|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Ees = Chen_Ees * (1 + 0.3*tanh(d))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44444"/>
                </a:solidFill>
              </a:rPr>
              <a:t>Physics-anchored estimate with a learned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44444"/>
                </a:solidFill>
              </a:rPr>
              <a:t>correction factor (delta) from the encoder.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44444"/>
                </a:solidFill>
              </a:rPr>
              <a:t>Range: [0.3, 10.0] mmHg/ml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 —  Arterial Elastance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44444"/>
                </a:solidFill>
              </a:rPr>
              <a:t>Gated blend mechanism: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Ea_phys = ESP / SV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Ea_learn = sigmoid(raw)*[0.3,6.0]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= sigma(latent[6])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 = gate*Ea_learn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(1-gate)*Ea_phys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44444"/>
                </a:solidFill>
              </a:rPr>
              <a:t>Learns when to trust physics vs.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051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cardiac phenotypes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(Normal, HFrEF, HFpEF,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HTN, Elderly, Athlete)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samples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measurement noise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4B8"/>
                </a:solidFill>
              </a:rPr>
              <a:t>&gt;&gt;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3154680" y="1051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input features.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saved in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inference.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4B8"/>
                </a:solidFill>
              </a:rPr>
              <a:t>&gt;&gt;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9240" y="1051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7 targets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5, 1, 0.5, 3, 0.5, 2]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 x5, EDP x3, tau x2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 + BN + Dropout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4B8"/>
                </a:solidFill>
              </a:rPr>
              <a:t>&gt;&gt;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0" y="91440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1051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95160" y="219456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MIMIC-IV-ECHO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35,540 echo studies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PCWP (n=1,692)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grade as external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targets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F224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weights emphasize diastolic: Eed x5, EDP x3, tau x2  |  Systolic/coupling at x1 / x0.5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Circularity Defense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EDPVR-Only EDP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1430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= A * exp(Eed * (EDV - V0)).  Zero contribution from E/e' in the equation.  No Nagueh formula anywhere in decoder.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14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Emergent E/e'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5146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generates E/e' from tau and Eed via diastolic physiology.  Not from inverse Nagueh  (EDP - 1.9) / 1.24.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886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E/e' Dropout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886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masking of E/e' during training.  Forces model to rely on EDV, ESV, HR, CO for EDP estimation when E/e' is absent.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MIMIC-IV Validation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51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 AUC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PCWP &gt;= 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051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Grade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51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+0.009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E/e' alone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F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0515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35,540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Studies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Eed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EDP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rho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E/e'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 v41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E/e' + PINN 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332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60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Physics-embedded decoder: EDPVR equation replaces learned shortcuts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904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17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E/e' from diastolic physiology (tau, Eed) breaks Nagueh tautology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74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non-invasive tau estimation  —  relaxation time constant as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Ea: learns when to trust physics (ESP/SV) vs. encoder correction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validation: 35,540 studies, Eed AUC 0.688, DD rho 0.650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F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IEEE JBHI submission  —  methods novelty focus (single MIMIC cohort)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MESA external validation via BioLINCC  (IRB + application in parallel)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npj Digital Medicine  —  with MESA multi-ethnic external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 v4: Physics-Informed Diastolic Hemodynamic Estimation</dc:title>
  <dc:subject>PptxGenJS Presentation</dc:subject>
  <dc:creator>Kwanhyeong Lee</dc:creator>
  <cp:lastModifiedBy>Kwanhyeong Lee</cp:lastModifiedBy>
  <cp:revision>1</cp:revision>
  <dcterms:created xsi:type="dcterms:W3CDTF">2026-05-11T17:46:57Z</dcterms:created>
  <dcterms:modified xsi:type="dcterms:W3CDTF">2026-05-11T17:46:57Z</dcterms:modified>
</cp:coreProperties>
</file>