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Research Plans</a:t>
            </a:r>
            <a:endParaRPr lang="en-US" sz="3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PINN Program Roadmap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Cardiac → Renal → Lineage Tracing → Clinical Economics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3657600"/>
            <a:ext cx="27432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Kwanhyeong Lee  |  Lab Meeting  |  June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Program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1965960" cy="320040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0972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Cardiac pH-PINN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Papers 1-3 → JBHI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291840"/>
            <a:ext cx="16002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32918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 completion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0" y="1005840"/>
            <a:ext cx="1965960" cy="320040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60320" y="10972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60320" y="14630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Renal PINN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51760" y="21031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MIMIC-IV + HiRID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0" y="3291840"/>
            <a:ext cx="16002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43200" y="32918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acquired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005840"/>
            <a:ext cx="1965960" cy="32004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0" y="10972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14630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Lineage Tracing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46320" y="21031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 Lab collab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937760" y="3291840"/>
            <a:ext cx="16002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37760" y="32918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Proof-of-concept done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949440" y="1005840"/>
            <a:ext cx="1965960" cy="320040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949440" y="10972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49440" y="14630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CLIO (Clinic Econ)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40880" y="21031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Inverse inference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132320" y="3291840"/>
            <a:ext cx="16002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132320" y="32918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complete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1: Cardiac pH-PINN → JBHI Submission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804672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05840"/>
            <a:ext cx="73152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0058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 2026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194560" y="10058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3 finalization (Hamiltonian + pH-PINN v5 results)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0" y="10058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804672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783080"/>
            <a:ext cx="73152" cy="64008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7830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 2026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194560" y="17830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review + figure polish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0" y="17830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560320"/>
            <a:ext cx="804672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2560320"/>
            <a:ext cx="73152" cy="64008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5603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 2026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194560" y="2560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Paper 3 to IEEE JBHI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0" y="25603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337560"/>
            <a:ext cx="804672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3337560"/>
            <a:ext cx="73152" cy="64008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3375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2026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194560" y="33375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Papers 1 &amp; 2 parallel submission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0" y="33375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114800"/>
            <a:ext cx="804672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4114800"/>
            <a:ext cx="73152" cy="64008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11480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194560" y="41148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Revision + response to reviewers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58000" y="41148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45720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Remaining work: ablation studies, comparison with baseline PINN (no Hamiltonian), literature update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2: Renal PINN (Kidney Digital Twin)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3840480" cy="22860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960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"침습적 방법으로만 확인 가능한 것을 비침습적으로 확인하는 방법을 만든다"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GFR (Pgc) estimation from non-invasive inputs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Mentor: Prof. Eun Young Lee (Nephrology, SCH Cheonan)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914400"/>
            <a:ext cx="3840480" cy="22860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960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Status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137160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MIMIC-IV BigQuery: 35,455 ICU stays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tables: cohort, vitals, labs, UO, drugs, fluids, RRT, outcomes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HiRID: Faculty confirmation pending (summer 2026)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Architecture: Neural ODE + state-space PINN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4747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Nature Medicine (ambitious ceiling, conservative floor)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3: PINN × Somatic Lineage Tracing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3840480" cy="32004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960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Idea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Fokker-Planck PDE + PINN: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∂p/∂t = −∂/∂x[s·x(1−x)·p]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+ ∂²/∂x²[x(1−x)/(2Nₑ)·p]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VAF distribution → clonal dynamics estimation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 (s) + Drift (1/2Nₑ) separation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G1's Lab (Prof. Oh JW, Yonsei)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SMaHT consortium member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914400"/>
            <a:ext cx="3840480" cy="32004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960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Achieved So Far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137160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W7: Mitchell 2022 validation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vs PhyloFit: r = 0.903 (p=0.005)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63.4y aging cliff discovery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W6: Bae 2022 brain replication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Hypermutator detection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W10: TCGA SKCM Cox p=0.010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Clinical outcome association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Nature Medicine (direct)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4: CLIO — Clinic Inverse Observatory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046720" cy="11887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0058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Epistemic framework: </a:t>
            </a:r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"공개 데이터 단독으로 inverse inference가 어디까지 가능한가의 boundary를 그리는 framework"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Korean clinic P&amp;L estimation from public data (HIRA, KOSIS, NHI) — multi-source fusion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97280" y="2377440"/>
            <a:ext cx="2194560" cy="10972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24231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97280" y="30632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0" y="2377440"/>
            <a:ext cx="2194560" cy="10972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0" y="24231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657600" y="30632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2377440"/>
            <a:ext cx="2194560" cy="10972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24231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217920" y="30632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FRAGILE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2148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Ensemble Results (110 cells × 4 methods)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749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Single-arm administrative data에서 baseline assumption이 counterfactual의 sign을 결정 — 본질적 epistemic 한계. Path A MAPE 7.96% (real NHI data).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&amp; Next Steps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Cardiac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194560" y="109728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3 finalization → JBHI submission (Aug 2026)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0" y="10972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194560" y="201168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Summer: HiRID access + Neural ODE prototype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0" y="20116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9260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Lineage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194560" y="292608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SMaHT data portal + boss meeting pitch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0" y="29260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8404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194560" y="384048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Manuscript polish + co-author recruitment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0" y="38404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"Ambitious ceiling, conservative floor"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Future Plans: PINN Research Program</dc:title>
  <dc:subject>PptxGenJS Presentation</dc:subject>
  <dc:creator>Kwanhyeong Lee</dc:creator>
  <cp:lastModifiedBy>Kwanhyeong Lee</cp:lastModifiedBy>
  <cp:revision>1</cp:revision>
  <dcterms:created xsi:type="dcterms:W3CDTF">2026-06-12T17:38:44Z</dcterms:created>
  <dcterms:modified xsi:type="dcterms:W3CDTF">2026-06-12T17:38:44Z</dcterms:modified>
</cp:coreProperties>
</file>